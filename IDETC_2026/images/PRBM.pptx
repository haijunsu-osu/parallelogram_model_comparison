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836C2-60D7-CDF4-7D4D-59200DC64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3E9AA-42E3-269A-C12C-C5D7834CE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569F9-D4FE-B2E3-827D-D9198551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53C9-DDFA-4AD9-906E-FC4E77AB602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D9BF5-3FDC-A729-BA91-8314A6AB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3016-8567-5971-BE89-5CDE10ED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9306-1EFB-4161-BCF3-4DC48D8EA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75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B5654-6433-9077-6D02-CB98918C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D7EF5-7161-4EF6-1712-B98896150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4170E-231F-3EC9-6C5A-67D9C000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53C9-DDFA-4AD9-906E-FC4E77AB602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CF305-244B-2262-1D4F-C10F49118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7F605-A9E7-7703-7B31-72BD3C420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9306-1EFB-4161-BCF3-4DC48D8EA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29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DB5E4-B955-6FEE-5890-F69F44304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4B14D-3979-9751-73D1-2ADB14BAC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0215C-B5E0-B620-3382-CBA2DAEEC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53C9-DDFA-4AD9-906E-FC4E77AB602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FB023-0221-14B4-04D5-E3B603387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F3AF5-5661-082B-D7F2-64F107D0E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9306-1EFB-4161-BCF3-4DC48D8EA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F84B2-7CEF-8540-BEC6-1784E2DAB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223FE-E807-3503-CC7D-4122B7A41E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F7D11-A3C6-4285-D2B5-EA9583808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E6D52-86B3-FA17-14B8-DF24BC83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53C9-DDFA-4AD9-906E-FC4E77AB602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3A523-BA78-6FC9-2494-5969F782E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A822F-60F9-DF7C-F175-A235027F6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9306-1EFB-4161-BCF3-4DC48D8EA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77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5B5F-FEF3-51EC-72CB-B75E35B1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17264-E4FE-6081-CBE7-5FFCEACA7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548E6-CD6A-9A19-6E44-76026F1DC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61EF28-A6B7-FA30-6CBD-0A47AEF0D1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050C0-6EF1-C3F2-C37A-7B80732C9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2CCA82-FBB5-0B7D-B6AC-43BB594D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53C9-DDFA-4AD9-906E-FC4E77AB602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9F2384-A604-7CE7-85B0-EF326C6C4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0EEF1F-FFE5-35DD-6CE6-EED75F8ED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9306-1EFB-4161-BCF3-4DC48D8EA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94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619DF-99A4-6BA2-C4CD-D73C511A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2875B-23B7-4974-CCA9-F8C5CE8B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53C9-DDFA-4AD9-906E-FC4E77AB602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E6BAC-15EF-A4FC-501A-365FF14FA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765D04-E464-AB4F-FF3E-265D700B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9306-1EFB-4161-BCF3-4DC48D8EA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43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0A665B-D445-E07D-9D9F-D7F832EB4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53C9-DDFA-4AD9-906E-FC4E77AB602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8BF4B2-1E9A-443E-7D1A-3DDCAFCB8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F9A3E-4DBF-6A4C-E4C1-7F0209749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9306-1EFB-4161-BCF3-4DC48D8EA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76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D5AE0-B01C-EC3D-3679-B8FB1A9D1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0A444-1BDA-4B9E-C217-6476769C8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36553-71C7-76EA-E133-4163CFE42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AEE97-7BB1-101B-864D-29101CDBF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53C9-DDFA-4AD9-906E-FC4E77AB602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532AF-61FC-2816-0D89-0795E98CC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1A150-6D9D-84E3-ED15-D51C3F6E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9306-1EFB-4161-BCF3-4DC48D8EA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3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8481-82DF-5C0A-E8C1-02ABBF869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0123B-5CC3-D8DD-D3DE-10A2A181A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49F42-7B27-D276-58B4-4A5871DC8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AC120-B117-DD44-7366-6F8803C6F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53C9-DDFA-4AD9-906E-FC4E77AB602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B1DBD-9E67-98A9-8E8C-386536670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E4E8E-BCBE-64A9-F85E-FF2AFFCA9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9306-1EFB-4161-BCF3-4DC48D8EA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08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BF0DF-6961-8401-52C0-9137E7AB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2710A-0811-CE27-0182-CF770ACB0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87256-4DB2-2740-7C9A-DCDC554FD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53C9-DDFA-4AD9-906E-FC4E77AB602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97066-E8B8-9F3A-8D34-BAB14636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F2A99-5143-957E-1087-AD45580E7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9306-1EFB-4161-BCF3-4DC48D8EA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05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643426-F275-27A2-D046-74BCF56AB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F7A2-C3CD-C628-85DE-C1FD13881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08898-6D36-A807-FE54-EBD17FDFD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53C9-DDFA-4AD9-906E-FC4E77AB602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E14EB-414E-D6A6-44FC-19CD84587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9FCBE-F78C-9008-390F-3259986C8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9306-1EFB-4161-BCF3-4DC48D8EA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5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23667-19F6-2474-F137-D8096CEAF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D5A3F-DD0A-B735-5A46-EF131502D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545CE-EE68-0039-352C-596592B2E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853C9-DDFA-4AD9-906E-FC4E77AB602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830D9-2C49-C6D2-DC59-CE6BC8FE0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21AB-BD17-E96E-7FCF-F65D15246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19306-1EFB-4161-BCF3-4DC48D8EA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96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2DCEB4-A23A-E758-A584-09027061D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691" y="292100"/>
            <a:ext cx="7042150" cy="6096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17B7C3-A727-5778-7FB4-224AA0CB2AB3}"/>
              </a:ext>
            </a:extLst>
          </p:cNvPr>
          <p:cNvCxnSpPr/>
          <p:nvPr/>
        </p:nvCxnSpPr>
        <p:spPr>
          <a:xfrm>
            <a:off x="6731000" y="2413000"/>
            <a:ext cx="11684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4A7706-0A68-F862-EA49-35F3C9136F6C}"/>
              </a:ext>
            </a:extLst>
          </p:cNvPr>
          <p:cNvCxnSpPr>
            <a:cxnSpLocks/>
          </p:cNvCxnSpPr>
          <p:nvPr/>
        </p:nvCxnSpPr>
        <p:spPr>
          <a:xfrm flipV="1">
            <a:off x="6731000" y="1352144"/>
            <a:ext cx="0" cy="10608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rc 9">
            <a:extLst>
              <a:ext uri="{FF2B5EF4-FFF2-40B4-BE49-F238E27FC236}">
                <a16:creationId xmlns:a16="http://schemas.microsoft.com/office/drawing/2014/main" id="{F5739AFF-98BB-A6D7-D243-A3E731F268F8}"/>
              </a:ext>
            </a:extLst>
          </p:cNvPr>
          <p:cNvSpPr/>
          <p:nvPr/>
        </p:nvSpPr>
        <p:spPr>
          <a:xfrm>
            <a:off x="6096000" y="1993088"/>
            <a:ext cx="1303507" cy="1303507"/>
          </a:xfrm>
          <a:prstGeom prst="arc">
            <a:avLst>
              <a:gd name="adj1" fmla="val 11156813"/>
              <a:gd name="adj2" fmla="val 0"/>
            </a:avLst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D26D82-8D04-DB6E-2FDF-FCE602ADACB9}"/>
              </a:ext>
            </a:extLst>
          </p:cNvPr>
          <p:cNvSpPr txBox="1"/>
          <p:nvPr/>
        </p:nvSpPr>
        <p:spPr>
          <a:xfrm>
            <a:off x="7923876" y="2228334"/>
            <a:ext cx="5565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F</a:t>
            </a:r>
            <a:r>
              <a:rPr lang="en-US" sz="2400" b="1" dirty="0" err="1">
                <a:solidFill>
                  <a:srgbClr val="FF0000"/>
                </a:solidFill>
              </a:rPr>
              <a:t>x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3B9A44-6CBE-017B-53A4-63C8AB77CEED}"/>
              </a:ext>
            </a:extLst>
          </p:cNvPr>
          <p:cNvSpPr txBox="1"/>
          <p:nvPr/>
        </p:nvSpPr>
        <p:spPr>
          <a:xfrm>
            <a:off x="6515959" y="890885"/>
            <a:ext cx="5565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</a:t>
            </a:r>
            <a:r>
              <a:rPr lang="en-US" sz="2400" b="1" dirty="0">
                <a:solidFill>
                  <a:srgbClr val="FF0000"/>
                </a:solidFill>
              </a:rPr>
              <a:t>y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996D22-0F02-B30C-B22D-F18338FE17E1}"/>
              </a:ext>
            </a:extLst>
          </p:cNvPr>
          <p:cNvSpPr txBox="1"/>
          <p:nvPr/>
        </p:nvSpPr>
        <p:spPr>
          <a:xfrm>
            <a:off x="5516035" y="2228334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M</a:t>
            </a:r>
            <a:r>
              <a:rPr lang="en-US" sz="2400" b="1" dirty="0" err="1">
                <a:solidFill>
                  <a:srgbClr val="FF0000"/>
                </a:solidFill>
              </a:rPr>
              <a:t>z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7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Su, Haijun</dc:creator>
  <cp:lastModifiedBy>Su, Haijun</cp:lastModifiedBy>
  <cp:revision>1</cp:revision>
  <dcterms:created xsi:type="dcterms:W3CDTF">2026-03-15T01:19:59Z</dcterms:created>
  <dcterms:modified xsi:type="dcterms:W3CDTF">2026-03-15T01:24:23Z</dcterms:modified>
</cp:coreProperties>
</file>